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NXSTEP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Propelling Your Business Into the Digital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EA5E9"/>
                </a:solidFill>
              </a:defRPr>
            </a:pPr>
            <a:r>
              <a:t>The Challenge: Digital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Businesses struggle with fragmented workflows and manual data entry.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Team productivity is lost on repetitive, low-value tasks.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Disconnect between 300+ essential tools (CRM, Email, Slack).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Scaling operations becomes impossible without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EA5E9"/>
                </a:solidFill>
              </a:defRPr>
            </a:pPr>
            <a:r>
              <a:t>Our Solution: AI-Driven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Seamless integration of your entire tech stack.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Custom AI agents to handle complex workflows 24/7.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Automated data syncing across all platforms.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Reduction of manual errors by up to 99%.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EA5E9"/>
                </a:solidFill>
              </a:defRPr>
            </a:pPr>
            <a:r>
              <a:t>Services Tailored for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Custom Automation Development (n8n, Make, Zapier).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AI Agent Implementation &amp; Training.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Full-Stack Web Development (Next.js, React).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Data Integration &amp; Dashboarding.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EA5E9"/>
                </a:solidFill>
              </a:defRPr>
            </a:pPr>
            <a:r>
              <a:t>Why Choose NXSTEP?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Proven Expertise: Specialists in both Web &amp; AI.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Efficiency First: We aim for 40% efficiency gains for clients.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Rapid Deployment: Get up and running in weeks, not months.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Dedicated Support: We partner with you for the long haul.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EA5E9"/>
                </a:solidFill>
              </a:defRPr>
            </a:pPr>
            <a:r>
              <a:t>Impact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Client: E-commerce Retailer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Challenge: Manual order processing took 4 hours/day.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Solution: Automated order-to-fulfillment workflow.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Result: 100% automation, 0 manual hours, 20% sales increase.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Ready to Transform?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Contact us at contact@nxstep.fr</a:t>
            </a:r>
          </a:p>
          <a:p>
            <a:r>
              <a:t>Visit www.nxstep.fr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